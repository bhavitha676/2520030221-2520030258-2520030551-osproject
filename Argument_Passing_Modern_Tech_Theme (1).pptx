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D2FF"/>
                </a:solidFill>
                <a:latin typeface="Aptos Display"/>
              </a:defRPr>
            </a:pPr>
            <a:r>
              <a:rPr dirty="0"/>
              <a:t>IMPLEMENTATION AND DEMONSTRATION OF</a:t>
            </a:r>
            <a:br>
              <a:rPr dirty="0"/>
            </a:br>
            <a:r>
              <a:rPr dirty="0"/>
              <a:t>ARGUMENT PASSING MECHANISMS IN LINUX PROCESS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2652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1EBF5"/>
                </a:solidFill>
                <a:latin typeface="Aptos"/>
              </a:defRPr>
            </a:pPr>
            <a:r>
              <a:rPr dirty="0"/>
              <a:t>OPERATING SYSTEMS AND SYSTEMS PROGRAMMING (25CS2104E)</a:t>
            </a:r>
          </a:p>
          <a:p>
            <a:pPr>
              <a:spcAft>
                <a:spcPts val="1400"/>
              </a:spcAft>
              <a:defRPr sz="1800">
                <a:solidFill>
                  <a:srgbClr val="E1EBF5"/>
                </a:solidFill>
                <a:latin typeface="Aptos"/>
              </a:defRPr>
            </a:pPr>
            <a:r>
              <a:rPr dirty="0"/>
              <a:t>Section: 6 | Team: 14</a:t>
            </a:r>
          </a:p>
          <a:p>
            <a:pPr>
              <a:spcAft>
                <a:spcPts val="1400"/>
              </a:spcAft>
              <a:defRPr sz="1800">
                <a:solidFill>
                  <a:srgbClr val="E1EBF5"/>
                </a:solidFill>
                <a:latin typeface="Aptos"/>
              </a:defRPr>
            </a:pPr>
            <a:r>
              <a:rPr dirty="0"/>
              <a:t>2026–27, Term-I</a:t>
            </a:r>
          </a:p>
          <a:p>
            <a:pPr>
              <a:spcAft>
                <a:spcPts val="1400"/>
              </a:spcAft>
              <a:defRPr sz="1800">
                <a:solidFill>
                  <a:srgbClr val="E1EBF5"/>
                </a:solidFill>
                <a:latin typeface="Aptos"/>
              </a:defRPr>
            </a:pPr>
            <a:r>
              <a:rPr dirty="0"/>
              <a:t>MARREDDY SAI BHAVITHA REDDY – 2520030551</a:t>
            </a:r>
          </a:p>
          <a:p>
            <a:pPr>
              <a:spcAft>
                <a:spcPts val="1400"/>
              </a:spcAft>
              <a:defRPr sz="1800">
                <a:solidFill>
                  <a:srgbClr val="E1EBF5"/>
                </a:solidFill>
                <a:latin typeface="Aptos"/>
              </a:defRPr>
            </a:pPr>
            <a:r>
              <a:rPr dirty="0"/>
              <a:t>BHIMAVARAPU SAI SARANYA – 2520030258</a:t>
            </a:r>
          </a:p>
          <a:p>
            <a:pPr>
              <a:spcAft>
                <a:spcPts val="1400"/>
              </a:spcAft>
              <a:defRPr sz="1800">
                <a:solidFill>
                  <a:srgbClr val="E1EBF5"/>
                </a:solidFill>
                <a:latin typeface="Aptos"/>
              </a:defRPr>
            </a:pPr>
            <a:r>
              <a:t>LAKSHMI ASWIKA INTURI – 252003022</a:t>
            </a:r>
            <a:r>
              <a:rPr lang="en-US"/>
              <a:t>1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1EBF5"/>
                </a:solidFill>
                <a:latin typeface="Aptos"/>
              </a:defRPr>
            </a:pPr>
            <a:r>
              <a:t>Slide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2004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320040"/>
            <a:ext cx="45720" cy="10058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41280" y="502920"/>
            <a:ext cx="173736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17920"/>
            <a:ext cx="16459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1965960" y="24688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8872" y="129844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149840" y="42976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5" name="Oval 14"/>
          <p:cNvSpPr/>
          <p:nvPr/>
        </p:nvSpPr>
        <p:spPr>
          <a:xfrm>
            <a:off x="2011680" y="614476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0" y="4480560"/>
            <a:ext cx="32918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2FF"/>
                </a:solidFill>
                <a:latin typeface="Courier New"/>
              </a:defRPr>
            </a:pPr>
            <a:r>
              <a:t>$ fork()</a:t>
            </a:r>
          </a:p>
          <a:p>
            <a:pPr>
              <a:defRPr sz="1600">
                <a:solidFill>
                  <a:srgbClr val="00D2FF"/>
                </a:solidFill>
                <a:latin typeface="Courier New"/>
              </a:defRPr>
            </a:pPr>
            <a:r>
              <a:t>$ execve(program, argv, envp)</a:t>
            </a:r>
          </a:p>
          <a:p>
            <a:pPr>
              <a:defRPr sz="1600">
                <a:solidFill>
                  <a:srgbClr val="00FFAA"/>
                </a:solidFill>
                <a:latin typeface="Courier New"/>
              </a:defRPr>
            </a:pPr>
            <a:r>
              <a:t>✓ Argument Passed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2FF"/>
                </a:solidFill>
                <a:latin typeface="Aptos Display"/>
              </a:defRPr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Argument passing transfers command-line parameters and environment data to a newly executed program.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The project demonstrates argument passing across the fork()–exec() cycle.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Custom argv and envp arrays are constructed and passed using execve()/execvp().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A mini-shell tokenizes user commands and forwards arguments to child processes.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The /proc filesystem is used to inspect command-line and environment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1EBF5"/>
                </a:solidFill>
                <a:latin typeface="Aptos"/>
              </a:defRPr>
            </a:pPr>
            <a:r>
              <a:t>Slide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2004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320040"/>
            <a:ext cx="45720" cy="10058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41280" y="502920"/>
            <a:ext cx="173736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887200" y="502920"/>
            <a:ext cx="45720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17920"/>
            <a:ext cx="16459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149840" y="6217920"/>
            <a:ext cx="16459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1965960" y="24688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8872" y="129844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149840" y="42976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23192" y="1353312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5" name="Oval 14"/>
          <p:cNvSpPr/>
          <p:nvPr/>
        </p:nvSpPr>
        <p:spPr>
          <a:xfrm>
            <a:off x="2011680" y="614476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0" y="614476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0" y="64465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D2FF"/>
                </a:solidFill>
              </a:defRPr>
            </a:pPr>
            <a:r>
              <a:t>LINUX • PROCESS EXECUTION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2FF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Students often use argc and argv without understanding how they reach a program.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The internal process creation flow involving fork(), exec(), and the process stack is often treated as a black box.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This project provides a concrete and testable demonstration of argument passing across Linux processes.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It connects system calls, process creation, memory layout, and command-line parsing.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1EBF5"/>
                </a:solidFill>
                <a:latin typeface="Aptos"/>
              </a:defRPr>
            </a:pPr>
            <a:r>
              <a:t>Slide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2004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320040"/>
            <a:ext cx="45720" cy="10058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41280" y="502920"/>
            <a:ext cx="173736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887200" y="502920"/>
            <a:ext cx="45720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17920"/>
            <a:ext cx="16459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149840" y="6217920"/>
            <a:ext cx="16459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1965960" y="24688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8872" y="129844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149840" y="42976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23192" y="1353312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5" name="Oval 14"/>
          <p:cNvSpPr/>
          <p:nvPr/>
        </p:nvSpPr>
        <p:spPr>
          <a:xfrm>
            <a:off x="2011680" y="614476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0" y="614476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0" y="64465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D2FF"/>
                </a:solidFill>
              </a:defRPr>
            </a:pPr>
            <a:r>
              <a:t>LINUX • PROCESS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2FF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Construct and pass custom argv/envp arrays using fork() and execve()/execvp().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Build a mini-shell that handles multiple and quoted arguments.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Inspect argument and environment data using /proc/[pid]/cmdline and /proc/[pid]/environ.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Explain how the kernel and C runtime provide argc, argv, and envp to a new process.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1EBF5"/>
                </a:solidFill>
                <a:latin typeface="Aptos"/>
              </a:defRPr>
            </a:pPr>
            <a:r>
              <a:t>Slide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2004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320040"/>
            <a:ext cx="45720" cy="10058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41280" y="502920"/>
            <a:ext cx="173736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887200" y="502920"/>
            <a:ext cx="45720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17920"/>
            <a:ext cx="16459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149840" y="6217920"/>
            <a:ext cx="16459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1965960" y="24688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8872" y="129844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149840" y="42976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23192" y="1353312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5" name="Oval 14"/>
          <p:cNvSpPr/>
          <p:nvPr/>
        </p:nvSpPr>
        <p:spPr>
          <a:xfrm>
            <a:off x="2011680" y="614476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0" y="614476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0" y="64465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D2FF"/>
                </a:solidFill>
              </a:defRPr>
            </a:pPr>
            <a:r>
              <a:t>LINUX • PROCESS EXECUTION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2FF"/>
                </a:solidFill>
                <a:latin typeface="Aptos Display"/>
              </a:defRPr>
            </a:pPr>
            <a:r>
              <a:t>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78DCFF"/>
                </a:solidFill>
                <a:latin typeface="Aptos"/>
              </a:defRPr>
            </a:pPr>
            <a:r>
              <a:t>1. Develop the project in C on Linux/Ubuntu using GCC.</a:t>
            </a:r>
          </a:p>
          <a:p>
            <a:pPr>
              <a:spcAft>
                <a:spcPts val="1400"/>
              </a:spcAft>
              <a:defRPr sz="2000">
                <a:solidFill>
                  <a:srgbClr val="78DCFF"/>
                </a:solidFill>
                <a:latin typeface="Aptos"/>
              </a:defRPr>
            </a:pPr>
            <a:r>
              <a:t>2. Create a parent process using fork().</a:t>
            </a:r>
          </a:p>
          <a:p>
            <a:pPr>
              <a:spcAft>
                <a:spcPts val="1400"/>
              </a:spcAft>
              <a:defRPr sz="2000">
                <a:solidFill>
                  <a:srgbClr val="78DCFF"/>
                </a:solidFill>
                <a:latin typeface="Aptos"/>
              </a:defRPr>
            </a:pPr>
            <a:r>
              <a:t>3. Build argv and envp arrays and execute the child using execve()/execvp().</a:t>
            </a:r>
          </a:p>
          <a:p>
            <a:pPr>
              <a:spcAft>
                <a:spcPts val="1400"/>
              </a:spcAft>
              <a:defRPr sz="2000">
                <a:solidFill>
                  <a:srgbClr val="78DCFF"/>
                </a:solidFill>
                <a:latin typeface="Aptos"/>
              </a:defRPr>
            </a:pPr>
            <a:r>
              <a:t>4. Build a mini-shell to tokenize user input and forward arguments.</a:t>
            </a:r>
          </a:p>
          <a:p>
            <a:pPr>
              <a:spcAft>
                <a:spcPts val="1400"/>
              </a:spcAft>
              <a:defRPr sz="2000">
                <a:solidFill>
                  <a:srgbClr val="78DCFF"/>
                </a:solidFill>
                <a:latin typeface="Aptos"/>
              </a:defRPr>
            </a:pPr>
            <a:r>
              <a:t>5. Use helper programs to print received argc, argv[], and environment variables.</a:t>
            </a:r>
          </a:p>
          <a:p>
            <a:pPr>
              <a:spcAft>
                <a:spcPts val="1400"/>
              </a:spcAft>
              <a:defRPr sz="2000">
                <a:solidFill>
                  <a:srgbClr val="78DCFF"/>
                </a:solidFill>
                <a:latin typeface="Aptos"/>
              </a:defRPr>
            </a:pPr>
            <a:r>
              <a:t>6. Verify results using the /proc filesystem.</a:t>
            </a:r>
          </a:p>
          <a:p>
            <a:pPr>
              <a:spcAft>
                <a:spcPts val="1400"/>
              </a:spcAft>
              <a:defRPr sz="2000">
                <a:solidFill>
                  <a:srgbClr val="78DCFF"/>
                </a:solidFill>
                <a:latin typeface="Aptos"/>
              </a:defRPr>
            </a:pPr>
            <a:r>
              <a:t>7. Test no arguments, multiple arguments, quoted strings, and environment propagation.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1EBF5"/>
                </a:solidFill>
                <a:latin typeface="Aptos"/>
              </a:defRPr>
            </a:pPr>
            <a:r>
              <a:t>Slide 5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2004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320040"/>
            <a:ext cx="45720" cy="10058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41280" y="502920"/>
            <a:ext cx="173736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887200" y="502920"/>
            <a:ext cx="45720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17920"/>
            <a:ext cx="16459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149840" y="6217920"/>
            <a:ext cx="16459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1965960" y="24688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8872" y="129844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149840" y="42976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23192" y="1353312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5" name="Oval 14"/>
          <p:cNvSpPr/>
          <p:nvPr/>
        </p:nvSpPr>
        <p:spPr>
          <a:xfrm>
            <a:off x="2011680" y="614476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0" y="614476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0" y="64465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D2FF"/>
                </a:solidFill>
              </a:defRPr>
            </a:pPr>
            <a:r>
              <a:t>LINUX • PROCESS EXECUTION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2FF"/>
                </a:solidFill>
                <a:latin typeface="Aptos Display"/>
              </a:defRPr>
            </a:pPr>
            <a:r>
              <a:rPr dirty="0"/>
              <a:t>WORKING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1EBF5"/>
                </a:solidFill>
                <a:latin typeface="Aptos"/>
              </a:defRPr>
            </a:pPr>
            <a:r>
              <a:t>Slide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2004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320040"/>
            <a:ext cx="45720" cy="10058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41280" y="502920"/>
            <a:ext cx="173736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887200" y="502920"/>
            <a:ext cx="45720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1965960" y="24688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8872" y="129844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149840" y="42976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23192" y="1353312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0" y="64465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D2FF"/>
                </a:solidFill>
              </a:defRPr>
            </a:pPr>
            <a:r>
              <a:t>LINUX • PROCESS EXECUTION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920240"/>
            <a:ext cx="3108960" cy="3200400"/>
          </a:xfrm>
          <a:prstGeom prst="roundRect">
            <a:avLst/>
          </a:prstGeom>
          <a:solidFill>
            <a:srgbClr val="0F2034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2148840"/>
            <a:ext cx="265176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PROCESS</a:t>
            </a:r>
          </a:p>
          <a:p>
            <a:pPr algn="l">
              <a:defRPr sz="1800" b="1">
                <a:solidFill>
                  <a:srgbClr val="00D2FF"/>
                </a:solidFill>
              </a:defRPr>
            </a:pPr>
            <a:r>
              <a:t>ARGUMENT FLOW</a:t>
            </a:r>
          </a:p>
          <a:p>
            <a:pPr algn="l">
              <a:defRPr sz="1500" b="0">
                <a:solidFill>
                  <a:srgbClr val="DCF0FA"/>
                </a:solidFill>
              </a:defRPr>
            </a:pPr>
            <a:endParaRPr/>
          </a:p>
          <a:p>
            <a:pPr algn="l">
              <a:defRPr sz="1500" b="0">
                <a:solidFill>
                  <a:srgbClr val="DCF0FA"/>
                </a:solidFill>
              </a:defRPr>
            </a:pPr>
            <a:r>
              <a:t>fork()</a:t>
            </a:r>
          </a:p>
          <a:p>
            <a:pPr algn="l">
              <a:defRPr sz="1500" b="0">
                <a:solidFill>
                  <a:srgbClr val="DCF0FA"/>
                </a:solidFill>
              </a:defRPr>
            </a:pPr>
            <a:r>
              <a:t>↓</a:t>
            </a:r>
          </a:p>
          <a:p>
            <a:pPr algn="l">
              <a:defRPr sz="1500" b="0">
                <a:solidFill>
                  <a:srgbClr val="DCF0FA"/>
                </a:solidFill>
              </a:defRPr>
            </a:pPr>
            <a:r>
              <a:t>exec()</a:t>
            </a:r>
          </a:p>
          <a:p>
            <a:pPr algn="l">
              <a:defRPr sz="1500" b="0">
                <a:solidFill>
                  <a:srgbClr val="DCF0FA"/>
                </a:solidFill>
              </a:defRPr>
            </a:pPr>
            <a:r>
              <a:t>↓</a:t>
            </a:r>
          </a:p>
          <a:p>
            <a:pPr algn="l">
              <a:defRPr sz="1500" b="0">
                <a:solidFill>
                  <a:srgbClr val="DCF0FA"/>
                </a:solidFill>
              </a:defRPr>
            </a:pPr>
            <a:r>
              <a:t>New Program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3EE2DE-8BB7-9995-EE6A-7BCD6579403F}"/>
              </a:ext>
            </a:extLst>
          </p:cNvPr>
          <p:cNvSpPr txBox="1"/>
          <p:nvPr/>
        </p:nvSpPr>
        <p:spPr>
          <a:xfrm>
            <a:off x="1106424" y="1627632"/>
            <a:ext cx="5534720" cy="624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rPr lang="en-IN" dirty="0"/>
              <a:t>User Command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rPr lang="en-IN" dirty="0"/>
              <a:t>↓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rPr lang="en-IN" dirty="0"/>
              <a:t>Mini-Shell / Parent Process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rPr lang="en-IN" dirty="0"/>
              <a:t>↓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rPr lang="en-IN" dirty="0"/>
              <a:t>Tokenization → </a:t>
            </a:r>
            <a:r>
              <a:rPr lang="en-IN" dirty="0" err="1"/>
              <a:t>argv</a:t>
            </a:r>
            <a:r>
              <a:rPr lang="en-IN" dirty="0"/>
              <a:t>[] and </a:t>
            </a:r>
            <a:r>
              <a:rPr lang="en-IN" dirty="0" err="1"/>
              <a:t>envp</a:t>
            </a:r>
            <a:r>
              <a:rPr lang="en-IN" dirty="0"/>
              <a:t>[]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rPr lang="en-IN" dirty="0"/>
              <a:t>↓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rPr lang="en-IN" dirty="0"/>
              <a:t>fork() creates Child Process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rPr lang="en-IN" dirty="0"/>
              <a:t>↓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rPr lang="en-IN" dirty="0" err="1"/>
              <a:t>execve</a:t>
            </a:r>
            <a:r>
              <a:rPr lang="en-IN" dirty="0"/>
              <a:t>() / </a:t>
            </a:r>
            <a:r>
              <a:rPr lang="en-IN" dirty="0" err="1"/>
              <a:t>execvp</a:t>
            </a:r>
            <a:r>
              <a:rPr lang="en-IN" dirty="0"/>
              <a:t>() replaces Child Process Image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rPr lang="en-IN" dirty="0"/>
              <a:t>↓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rPr lang="en-IN" dirty="0"/>
              <a:t>New Program receives </a:t>
            </a:r>
            <a:r>
              <a:rPr lang="en-IN" dirty="0" err="1"/>
              <a:t>argc</a:t>
            </a:r>
            <a:r>
              <a:rPr lang="en-IN" dirty="0"/>
              <a:t>, </a:t>
            </a:r>
            <a:r>
              <a:rPr lang="en-IN" dirty="0" err="1"/>
              <a:t>argv</a:t>
            </a:r>
            <a:r>
              <a:rPr lang="en-IN" dirty="0"/>
              <a:t>[], </a:t>
            </a:r>
            <a:r>
              <a:rPr lang="en-IN" dirty="0" err="1"/>
              <a:t>envp</a:t>
            </a:r>
            <a:r>
              <a:rPr lang="en-IN" dirty="0"/>
              <a:t>[]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rPr lang="en-IN" dirty="0"/>
              <a:t>↓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rPr lang="en-IN" dirty="0"/>
              <a:t>/proc verification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2FF"/>
                </a:solidFill>
                <a:latin typeface="Aptos Display"/>
              </a:defRPr>
            </a:pPr>
            <a:r>
              <a:t>KEY OS CONCEPTS &amp;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fork() – Creates a child process.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execve() / execvp() – Replaces the child process image and passes arguments/environment.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wait() / waitpid() – Synchronizes parent and child execution.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argc, argv[], envp[] – Represent command-line arguments and environment data.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getopt() – Performs structured command-line option parsing.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/proc/[pid]/cmdline and /proc/[pid]/environ – Inspect running process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1EBF5"/>
                </a:solidFill>
                <a:latin typeface="Aptos"/>
              </a:defRPr>
            </a:pPr>
            <a:r>
              <a:t>Slide 7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2004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320040"/>
            <a:ext cx="45720" cy="10058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41280" y="502920"/>
            <a:ext cx="173736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887200" y="502920"/>
            <a:ext cx="45720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17920"/>
            <a:ext cx="16459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149840" y="6217920"/>
            <a:ext cx="16459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1965960" y="24688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8872" y="129844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149840" y="42976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23192" y="1353312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5" name="Oval 14"/>
          <p:cNvSpPr/>
          <p:nvPr/>
        </p:nvSpPr>
        <p:spPr>
          <a:xfrm>
            <a:off x="2011680" y="614476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0" y="614476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0" y="64465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D2FF"/>
                </a:solidFill>
              </a:defRPr>
            </a:pPr>
            <a:r>
              <a:t>LINUX • PROCESS EXECUTION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2FF"/>
                </a:solidFill>
                <a:latin typeface="Aptos Display"/>
              </a:defRPr>
            </a:pPr>
            <a:r>
              <a:t>TOOLS &amp; 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Linux / Ubuntu – Development and execution environment.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C / C++ – Implementation language.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GCC – Compilation of C source files.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GDB – Debugging process creation and argument-passing logic.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/proc filesystem – Runtime inspection of process arguments and environment.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1EBF5"/>
                </a:solidFill>
                <a:latin typeface="Aptos"/>
              </a:defRPr>
            </a:pPr>
            <a:r>
              <a:t>Slide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2004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320040"/>
            <a:ext cx="45720" cy="10058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41280" y="502920"/>
            <a:ext cx="173736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887200" y="502920"/>
            <a:ext cx="45720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17920"/>
            <a:ext cx="16459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149840" y="6217920"/>
            <a:ext cx="16459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1965960" y="24688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8872" y="129844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149840" y="42976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23192" y="1353312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5" name="Oval 14"/>
          <p:cNvSpPr/>
          <p:nvPr/>
        </p:nvSpPr>
        <p:spPr>
          <a:xfrm>
            <a:off x="2011680" y="614476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0" y="614476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0" y="64465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D2FF"/>
                </a:solidFill>
              </a:defRPr>
            </a:pPr>
            <a:r>
              <a:t>LINUX • PROCESS EXECUTION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2FF"/>
                </a:solidFill>
                <a:latin typeface="Aptos Display"/>
              </a:defRPr>
            </a:pPr>
            <a:r>
              <a:t>EXPECTED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A working set of Linux command-line utilities and a mini-shell.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Correct construction and passing of command-line arguments and environment variables.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Support for quoted and multi-word arguments.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Verification through both program output and /proc/[pid]/cmdline.</a:t>
            </a:r>
          </a:p>
          <a:p>
            <a:pPr>
              <a:spcAft>
                <a:spcPts val="1400"/>
              </a:spcAft>
              <a:defRPr sz="2000">
                <a:solidFill>
                  <a:srgbClr val="E1EBF5"/>
                </a:solidFill>
                <a:latin typeface="Aptos"/>
              </a:defRPr>
            </a:pPr>
            <a:r>
              <a:t>A clear understanding of kernel-level argument passing during exec().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1EBF5"/>
                </a:solidFill>
                <a:latin typeface="Aptos"/>
              </a:defRPr>
            </a:pPr>
            <a:r>
              <a:t>Slide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2004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320040"/>
            <a:ext cx="45720" cy="10058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41280" y="502920"/>
            <a:ext cx="173736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887200" y="502920"/>
            <a:ext cx="45720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17920"/>
            <a:ext cx="16459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149840" y="6217920"/>
            <a:ext cx="16459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1" name="Oval 10"/>
          <p:cNvSpPr/>
          <p:nvPr/>
        </p:nvSpPr>
        <p:spPr>
          <a:xfrm>
            <a:off x="1965960" y="24688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8872" y="129844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149840" y="42976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23192" y="1353312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0D2FF"/>
                </a:solidFill>
                <a:latin typeface="Aptos Display"/>
              </a:defRPr>
            </a:pPr>
            <a:endParaRPr/>
          </a:p>
        </p:txBody>
      </p:sp>
      <p:sp>
        <p:nvSpPr>
          <p:cNvPr id="15" name="Oval 14"/>
          <p:cNvSpPr/>
          <p:nvPr/>
        </p:nvSpPr>
        <p:spPr>
          <a:xfrm>
            <a:off x="2011680" y="614476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0" y="6144768"/>
            <a:ext cx="164592" cy="16459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1EBF5"/>
                </a:solidFill>
                <a:latin typeface="Aptos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0" y="64465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D2FF"/>
                </a:solidFill>
              </a:defRPr>
            </a:pPr>
            <a:r>
              <a:t>LINUX • PROCESS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654</Words>
  <Application>Microsoft Office PowerPoint</Application>
  <PresentationFormat>Widescreen</PresentationFormat>
  <Paragraphs>92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Bhimavarapu Sai Saranya</cp:lastModifiedBy>
  <cp:revision>3</cp:revision>
  <dcterms:created xsi:type="dcterms:W3CDTF">2013-01-27T09:14:16Z</dcterms:created>
  <dcterms:modified xsi:type="dcterms:W3CDTF">2026-09-22T02:53:56Z</dcterms:modified>
  <cp:category/>
</cp:coreProperties>
</file>